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/>
    <p:restoredTop sz="94417" autoAdjust="0"/>
  </p:normalViewPr>
  <p:slideViewPr>
    <p:cSldViewPr snapToGrid="0" snapToObjects="1">
      <p:cViewPr>
        <p:scale>
          <a:sx n="100" d="100"/>
          <a:sy n="100" d="100"/>
        </p:scale>
        <p:origin x="72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306E680-6A26-9C48-87BF-4368862B9A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5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955C273-3410-C447-B8B7-5FDFF0F32A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6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2F90-7608-D14B-BE6C-B6E7C3BF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1F2DD4F-54D8-DF4E-89F0-75242AE73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7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1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0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02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A1A7-5913-1444-B7D0-0B55BA2D7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4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C171DC17-4A50-5F49-AEC7-C955C81B92E5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82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6F54A4B-B617-B54F-B600-5EFC28C265A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056147" y="185741"/>
            <a:ext cx="96139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0DA4-D291-4B42-B1AF-848E941EB3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A.I’s Chance of taking your jobs.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7951D-6AED-F64B-AB8D-89218E91D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Joshua Henderson</a:t>
            </a:r>
          </a:p>
        </p:txBody>
      </p:sp>
    </p:spTree>
    <p:extLst>
      <p:ext uri="{BB962C8B-B14F-4D97-AF65-F5344CB8AC3E}">
        <p14:creationId xmlns:p14="http://schemas.microsoft.com/office/powerpoint/2010/main" val="127209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367E-DF85-5B48-ABDA-7F8FDCC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Summary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F592E2D-0553-4B45-41BE-EFF654393F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3,000 total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18 features (mix of numeric + categorical)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Risk_Category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(Low, Medium, High)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numeric columns: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Average_Salary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Years_Experience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AI_Exposure_Index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Automation_Probability_2030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categorical columns: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Job_Title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Education_Level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12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D81A-1A1D-268B-C7DB-E6BF1F339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2AB31-EC1F-C6A0-A76A-103DEAFA0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accurately can we predict a job's automation risk category using AI exposure and job-related features?</a:t>
            </a:r>
          </a:p>
        </p:txBody>
      </p:sp>
    </p:spTree>
    <p:extLst>
      <p:ext uri="{BB962C8B-B14F-4D97-AF65-F5344CB8AC3E}">
        <p14:creationId xmlns:p14="http://schemas.microsoft.com/office/powerpoint/2010/main" val="92639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DDB25-7E1C-956E-01DB-C5714859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Eda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2BB657-0456-FB97-2589-3279658E6D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head() and info()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check (all zeros)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Distribution plots for salary, experience, AI exposure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heatmap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Boxplots of key features vs.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Risk_Category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Scatterplots showing relationships between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AI_Exposure_Index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Automation_Probability_2030</a:t>
            </a:r>
          </a:p>
        </p:txBody>
      </p:sp>
    </p:spTree>
    <p:extLst>
      <p:ext uri="{BB962C8B-B14F-4D97-AF65-F5344CB8AC3E}">
        <p14:creationId xmlns:p14="http://schemas.microsoft.com/office/powerpoint/2010/main" val="3162004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2075-D9AA-405B-27E6-698E3F83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0E308-F210-A2C1-8D8F-EBC7F2E43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graph with blue bars&#10;&#10;AI-generated content may be incorrect.">
            <a:extLst>
              <a:ext uri="{FF2B5EF4-FFF2-40B4-BE49-F238E27FC236}">
                <a16:creationId xmlns:a16="http://schemas.microsoft.com/office/drawing/2014/main" id="{68277B2C-322F-BBED-E634-BF1897BF9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19945" cy="6858000"/>
          </a:xfrm>
          <a:prstGeom prst="rect">
            <a:avLst/>
          </a:prstGeom>
        </p:spPr>
      </p:pic>
      <p:pic>
        <p:nvPicPr>
          <p:cNvPr id="7" name="Picture 6" descr="A list of blue squares&#10;&#10;AI-generated content may be incorrect.">
            <a:extLst>
              <a:ext uri="{FF2B5EF4-FFF2-40B4-BE49-F238E27FC236}">
                <a16:creationId xmlns:a16="http://schemas.microsoft.com/office/drawing/2014/main" id="{C19CF352-92A4-B66C-2CE7-10BEB0717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945" y="0"/>
            <a:ext cx="2686425" cy="4620270"/>
          </a:xfrm>
          <a:prstGeom prst="rect">
            <a:avLst/>
          </a:prstGeom>
        </p:spPr>
      </p:pic>
      <p:pic>
        <p:nvPicPr>
          <p:cNvPr id="9" name="Picture 8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5E62039E-2118-BD8A-782A-A460C1A8C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620" y="0"/>
            <a:ext cx="2789695" cy="6858000"/>
          </a:xfrm>
          <a:prstGeom prst="rect">
            <a:avLst/>
          </a:prstGeom>
        </p:spPr>
      </p:pic>
      <p:pic>
        <p:nvPicPr>
          <p:cNvPr id="11" name="Picture 10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145DEDCA-256E-EA2E-E7BA-7051468CF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524" y="0"/>
            <a:ext cx="2307981" cy="6858000"/>
          </a:xfrm>
          <a:prstGeom prst="rect">
            <a:avLst/>
          </a:prstGeom>
        </p:spPr>
      </p:pic>
      <p:pic>
        <p:nvPicPr>
          <p:cNvPr id="13" name="Picture 12" descr="A graph with a bar&#10;&#10;AI-generated content may be incorrect.">
            <a:extLst>
              <a:ext uri="{FF2B5EF4-FFF2-40B4-BE49-F238E27FC236}">
                <a16:creationId xmlns:a16="http://schemas.microsoft.com/office/drawing/2014/main" id="{A6C48A9F-382F-7E4E-950E-599FF92DE6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505" y="0"/>
            <a:ext cx="2570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3E81-7246-E551-512B-A8E00EE5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6275F1-8F10-4C2C-7A23-BA621C0072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used: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(multiclass)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Train/test split: 75% train, 25%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encoding: One-hot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encoded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LabelEncoder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 features scaled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StandardScaler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trained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max_iter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=1000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using predictions on test set</a:t>
            </a:r>
          </a:p>
        </p:txBody>
      </p:sp>
    </p:spTree>
    <p:extLst>
      <p:ext uri="{BB962C8B-B14F-4D97-AF65-F5344CB8AC3E}">
        <p14:creationId xmlns:p14="http://schemas.microsoft.com/office/powerpoint/2010/main" val="1925722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B4BE-F73D-57A4-6E4E-CB300180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0446990E-59E7-4AC2-3A33-12A940223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187" y="1825625"/>
            <a:ext cx="52740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71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AD9B2-DA36-D54C-E5F9-81B64F85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9AB2BE-8CE1-4465-3194-5AF80816CD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AI_Exposure_Index strongly correlates with automation probability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High-risk jobs cluster around high exposure + high automation probability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Salaries are not linear predictors of risk but show some patterning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Medium-risk category overlaps with both high and low groups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performs reasonably well but could be improved with advanced models</a:t>
            </a:r>
          </a:p>
        </p:txBody>
      </p:sp>
    </p:spTree>
    <p:extLst>
      <p:ext uri="{BB962C8B-B14F-4D97-AF65-F5344CB8AC3E}">
        <p14:creationId xmlns:p14="http://schemas.microsoft.com/office/powerpoint/2010/main" val="1817606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E8AD-369C-C4CB-4CCD-5EEF6BF8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BC1DED-F2EB-0AC6-79BD-E411E7F8AC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successfully models automation risk from job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exposure metrics are highly predictive of risk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supports meaningful insights but is synthetic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work: Random Forest, XGBoost, SHAP values, hyperparameter tuning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demonstrates a complete end-to-end machine learning pipeline</a:t>
            </a:r>
          </a:p>
        </p:txBody>
      </p:sp>
    </p:spTree>
    <p:extLst>
      <p:ext uri="{BB962C8B-B14F-4D97-AF65-F5344CB8AC3E}">
        <p14:creationId xmlns:p14="http://schemas.microsoft.com/office/powerpoint/2010/main" val="2008299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llarmine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302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A.I’s Chance of taking your jobs. </vt:lpstr>
      <vt:lpstr>Dataset Summary</vt:lpstr>
      <vt:lpstr>Research Question</vt:lpstr>
      <vt:lpstr>Python Eda</vt:lpstr>
      <vt:lpstr>Tableau</vt:lpstr>
      <vt:lpstr>Model Training Summary</vt:lpstr>
      <vt:lpstr>Correlation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Kelty</dc:creator>
  <cp:lastModifiedBy>Josh Henderson</cp:lastModifiedBy>
  <cp:revision>11</cp:revision>
  <dcterms:created xsi:type="dcterms:W3CDTF">2020-08-18T13:57:38Z</dcterms:created>
  <dcterms:modified xsi:type="dcterms:W3CDTF">2025-12-10T02:08:11Z</dcterms:modified>
</cp:coreProperties>
</file>